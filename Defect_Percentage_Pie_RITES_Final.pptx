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090" r:id="rId10"/>
    <p:sldId id="2091" r:id="rId11"/>
    <p:sldId id="2092" r:id="rId12"/>
    <p:sldId id="2093" r:id="rId13"/>
    <p:sldId id="2094" r:id="rId14"/>
    <p:sldId id="2095" r:id="rId15"/>
    <p:sldId id="2096" r:id="rId16"/>
    <p:sldId id="2097" r:id="rId17"/>
    <p:sldId id="2098" r:id="rId18"/>
    <p:sldId id="2099" r:id="rId19"/>
    <p:sldId id="2100" r:id="rId20"/>
    <p:sldId id="2101" r:id="rId21"/>
    <p:sldId id="2102" r:id="rId22"/>
    <p:sldId id="2103" r:id="rId23"/>
    <p:sldId id="2104" r:id="rId24"/>
    <p:sldId id="2105" r:id="rId25"/>
    <p:sldId id="2106" r:id="rId26"/>
    <p:sldId id="2107" r:id="rId27"/>
    <p:sldId id="2108" r:id="rId28"/>
    <p:sldId id="210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C8CF"/>
    <a:srgbClr val="A1A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134089-1EB5-4261-B2BB-34A584A126F4}" v="45" dt="2026-02-01T17:31:30.297"/>
  </p1510:revLst>
</p1510:revInfo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70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in  Rajput" userId="44d29cf8-ed2f-45e0-a235-7d9f94fbaf3d" providerId="ADAL" clId="{944424A7-BFBF-44AB-8800-091411110887}"/>
    <pc:docChg chg="undo custSel modSld">
      <pc:chgData name="Nitin  Rajput" userId="44d29cf8-ed2f-45e0-a235-7d9f94fbaf3d" providerId="ADAL" clId="{944424A7-BFBF-44AB-8800-091411110887}" dt="2026-02-01T17:31:30.297" v="50" actId="478"/>
      <pc:docMkLst>
        <pc:docMk/>
      </pc:docMkLst>
      <pc:sldChg chg="addSp delSp modSp mod">
        <pc:chgData name="Nitin  Rajput" userId="44d29cf8-ed2f-45e0-a235-7d9f94fbaf3d" providerId="ADAL" clId="{944424A7-BFBF-44AB-8800-091411110887}" dt="2026-02-01T17:31:30.297" v="50" actId="478"/>
        <pc:sldMkLst>
          <pc:docMk/>
          <pc:sldMk cId="3944474515" sldId="2089"/>
        </pc:sldMkLst>
        <pc:spChg chg="mod">
          <ac:chgData name="Nitin  Rajput" userId="44d29cf8-ed2f-45e0-a235-7d9f94fbaf3d" providerId="ADAL" clId="{944424A7-BFBF-44AB-8800-091411110887}" dt="2026-02-01T17:27:56.786" v="49" actId="1076"/>
          <ac:spMkLst>
            <pc:docMk/>
            <pc:sldMk cId="3944474515" sldId="2089"/>
            <ac:spMk id="3" creationId="{87877D4E-9426-E2AF-CD3A-B7F22A7D932E}"/>
          </ac:spMkLst>
        </pc:spChg>
        <pc:spChg chg="add mod">
          <ac:chgData name="Nitin  Rajput" userId="44d29cf8-ed2f-45e0-a235-7d9f94fbaf3d" providerId="ADAL" clId="{944424A7-BFBF-44AB-8800-091411110887}" dt="2026-02-01T17:27:56.786" v="49" actId="1076"/>
          <ac:spMkLst>
            <pc:docMk/>
            <pc:sldMk cId="3944474515" sldId="2089"/>
            <ac:spMk id="4" creationId="{8EF4D61C-C0D6-BC48-BBD6-790FC2FE1DC4}"/>
          </ac:spMkLst>
        </pc:spChg>
        <pc:grpChg chg="add del mod">
          <ac:chgData name="Nitin  Rajput" userId="44d29cf8-ed2f-45e0-a235-7d9f94fbaf3d" providerId="ADAL" clId="{944424A7-BFBF-44AB-8800-091411110887}" dt="2026-02-01T17:31:30.297" v="50" actId="478"/>
          <ac:grpSpMkLst>
            <pc:docMk/>
            <pc:sldMk cId="3944474515" sldId="2089"/>
            <ac:grpSpMk id="5" creationId="{489AE792-7325-D7FF-0A14-0ABDC6FEAA2D}"/>
          </ac:grpSpMkLst>
        </pc:grpChg>
        <pc:picChg chg="add del mod">
          <ac:chgData name="Nitin  Rajput" userId="44d29cf8-ed2f-45e0-a235-7d9f94fbaf3d" providerId="ADAL" clId="{944424A7-BFBF-44AB-8800-091411110887}" dt="2026-02-01T17:27:56.786" v="49" actId="1076"/>
          <ac:picMkLst>
            <pc:docMk/>
            <pc:sldMk cId="3944474515" sldId="2089"/>
            <ac:picMk id="2" creationId="{AA74C00F-B380-05A5-D415-E60CE9B6DA75}"/>
          </ac:picMkLst>
        </pc:picChg>
        <pc:picChg chg="mod">
          <ac:chgData name="Nitin  Rajput" userId="44d29cf8-ed2f-45e0-a235-7d9f94fbaf3d" providerId="ADAL" clId="{944424A7-BFBF-44AB-8800-091411110887}" dt="2026-01-30T09:24:49.888" v="26" actId="1035"/>
          <ac:picMkLst>
            <pc:docMk/>
            <pc:sldMk cId="3944474515" sldId="2089"/>
            <ac:picMk id="98" creationId="{5D68568E-B104-77A8-4A81-1172815C0FA6}"/>
          </ac:picMkLst>
        </pc:picChg>
        <pc:picChg chg="add mod">
          <ac:chgData name="Nitin  Rajput" userId="44d29cf8-ed2f-45e0-a235-7d9f94fbaf3d" providerId="ADAL" clId="{944424A7-BFBF-44AB-8800-091411110887}" dt="2026-02-01T17:27:56.786" v="49" actId="1076"/>
          <ac:picMkLst>
            <pc:docMk/>
            <pc:sldMk cId="3944474515" sldId="2089"/>
            <ac:picMk id="1026" creationId="{23D7614B-5C92-74A7-8CE8-6D18BF1D10C5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90DD8-1E8E-4467-80A6-48217CD7D004}" type="datetimeFigureOut"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07336-1104-4C9E-8758-4533D0B585E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68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8B445E49-2855-1106-C7A0-9A5C8E1F0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ee3f087a9_0_18:notes">
            <a:extLst>
              <a:ext uri="{FF2B5EF4-FFF2-40B4-BE49-F238E27FC236}">
                <a16:creationId xmlns:a16="http://schemas.microsoft.com/office/drawing/2014/main" id="{E93B01D5-4851-D56D-1A36-52AA33DC70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5" name="Google Shape;95;g34ee3f087a9_0_18:notes">
            <a:extLst>
              <a:ext uri="{FF2B5EF4-FFF2-40B4-BE49-F238E27FC236}">
                <a16:creationId xmlns:a16="http://schemas.microsoft.com/office/drawing/2014/main" id="{BAD38E78-09D6-8BA2-A510-C8BB9BE60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4059" y="4748396"/>
            <a:ext cx="5387679" cy="3884052"/>
          </a:xfrm>
          <a:prstGeom prst="rect">
            <a:avLst/>
          </a:prstGeom>
        </p:spPr>
        <p:txBody>
          <a:bodyPr spcFirstLastPara="1" wrap="square" lIns="93004" tIns="46502" rIns="93004" bIns="46502" anchor="t" anchorCtr="0">
            <a:noAutofit/>
          </a:bodyPr>
          <a:lstStyle/>
          <a:p>
            <a:endParaRPr/>
          </a:p>
        </p:txBody>
      </p:sp>
      <p:sp>
        <p:nvSpPr>
          <p:cNvPr id="96" name="Google Shape;96;g34ee3f087a9_0_18:notes">
            <a:extLst>
              <a:ext uri="{FF2B5EF4-FFF2-40B4-BE49-F238E27FC236}">
                <a16:creationId xmlns:a16="http://schemas.microsoft.com/office/drawing/2014/main" id="{9EB85308-FC15-059E-3F4F-1B16A5F304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15932" y="9371496"/>
            <a:ext cx="2918276" cy="494675"/>
          </a:xfrm>
          <a:prstGeom prst="rect">
            <a:avLst/>
          </a:prstGeom>
        </p:spPr>
        <p:txBody>
          <a:bodyPr spcFirstLastPara="1" wrap="square" lIns="93004" tIns="46502" rIns="93004" bIns="46502" anchor="b" anchorCtr="0">
            <a:noAutofit/>
          </a:bodyPr>
          <a:lstStyle/>
          <a:p>
            <a:pPr>
              <a:buClr>
                <a:srgbClr val="000000"/>
              </a:buClr>
            </a:pPr>
            <a:fld id="{00000000-1234-1234-1234-123412341234}" type="slidenum">
              <a:rPr lang="en-IN"/>
              <a:pPr>
                <a:buClr>
                  <a:srgbClr val="000000"/>
                </a:buClr>
              </a:pPr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0397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0931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EDE098E-CFBE-17FF-B91D-5471F8232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>
            <a:extLst>
              <a:ext uri="{FF2B5EF4-FFF2-40B4-BE49-F238E27FC236}">
                <a16:creationId xmlns:a16="http://schemas.microsoft.com/office/drawing/2014/main" id="{5D68568E-B104-77A8-4A81-1172815C0FA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7490" y="-2679941"/>
            <a:ext cx="3654875" cy="81418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47451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Defect % Analysis (Against Inspected Quantity)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1371600"/>
            <a:ext cx="228600" cy="228600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2124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Toe load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01200" y="1737360"/>
            <a:ext cx="2286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212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PIO Rejection Reason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2103120"/>
            <a:ext cx="228600" cy="2286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21240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Hardness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601200" y="2468880"/>
            <a:ext cx="22860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921240" y="2423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Marking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ERIO AMBE FASTNERS PVT.LTD. Patna Bihar</a:t>
            </a:r>
          </a:p>
        </p:txBody>
      </p:sp>
      <p:pic>
        <p:nvPicPr>
          <p:cNvPr id="110" name="Picture 109" descr="ERIO AMBE FASTNERS PVT.LTD. Patna Bih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4114800" cy="3200400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5486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ERIO CALCUTTA SPRINGS LTD. Howrah West Bengal</a:t>
            </a:r>
          </a:p>
        </p:txBody>
      </p:sp>
      <p:pic>
        <p:nvPicPr>
          <p:cNvPr id="112" name="Picture 111" descr="ERIO CALCUTTA SPRINGS LTD. Howrah West Beng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Defect % Analysis (Against Inspected Quantity)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1371600"/>
            <a:ext cx="228600" cy="228600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2124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Toe load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01200" y="1737360"/>
            <a:ext cx="2286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212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PIO Rejection Reason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2103120"/>
            <a:ext cx="228600" cy="2286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21240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Hardness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ERIO KALIMATA ISPAT  (Unit-1) Howrah West Bengal</a:t>
            </a:r>
          </a:p>
        </p:txBody>
      </p:sp>
      <p:pic>
        <p:nvPicPr>
          <p:cNvPr id="108" name="Picture 107" descr="ERIO KALIMATA ISPAT  (Unit-1) Howrah West Beng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4114800" cy="32004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5486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ERIO KALIMATA ISPAT (Unit-II) Durgapur West Bengal</a:t>
            </a:r>
          </a:p>
        </p:txBody>
      </p:sp>
      <p:pic>
        <p:nvPicPr>
          <p:cNvPr id="110" name="Picture 109" descr="ERIO KALIMATA ISPAT (Unit-II) Durgapur West Beng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Defect % Analysis (Against Inspected Quantity)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1371600"/>
            <a:ext cx="228600" cy="228600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2124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Toe load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01200" y="1737360"/>
            <a:ext cx="228600" cy="2286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212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Hardness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2103120"/>
            <a:ext cx="22860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21240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Marking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601200" y="2468880"/>
            <a:ext cx="2286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921240" y="2423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PIO Rejection Reason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ERIO KALIMATA VYAPAAR (Unit-II) Durgapur West Bengal</a:t>
            </a:r>
          </a:p>
        </p:txBody>
      </p:sp>
      <p:pic>
        <p:nvPicPr>
          <p:cNvPr id="110" name="Picture 109" descr="ERIO KALIMATA VYAPAAR (Unit-II) Durgapur West Beng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4114800" cy="3200400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5486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ERIO KDS ENGG. PVT. LTD. Howrah West Bengal</a:t>
            </a:r>
          </a:p>
        </p:txBody>
      </p:sp>
      <p:pic>
        <p:nvPicPr>
          <p:cNvPr id="112" name="Picture 111" descr="ERIO KDS ENGG. PVT. LTD. Howrah West Beng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Defect % Analysis (Against Inspected Quantity)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1371600"/>
            <a:ext cx="228600" cy="2286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2124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Hardness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01200" y="1737360"/>
            <a:ext cx="2286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212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PIO Rejection Reason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2103120"/>
            <a:ext cx="228600" cy="228600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21240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Toe load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601200" y="2468880"/>
            <a:ext cx="22860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921240" y="2423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Marking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ERIO KRISHNA INFRATECH Jharsuguda Odisha</a:t>
            </a:r>
          </a:p>
        </p:txBody>
      </p:sp>
      <p:pic>
        <p:nvPicPr>
          <p:cNvPr id="110" name="Picture 109" descr="ERIO KRISHNA INFRATECH Jharsuguda Odis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4114800" cy="3200400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5486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ERIO KSE ELECTRICALS PVT LTD Howrah West Bengal</a:t>
            </a:r>
          </a:p>
        </p:txBody>
      </p:sp>
      <p:pic>
        <p:nvPicPr>
          <p:cNvPr id="112" name="Picture 111" descr="ERIO KSE ELECTRICALS PVT LTD Howrah West Beng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Defect % Analysis (Against Inspected Quantity)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1371600"/>
            <a:ext cx="228600" cy="228600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2124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Toe load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01200" y="1737360"/>
            <a:ext cx="228600" cy="2286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212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Hardness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2103120"/>
            <a:ext cx="22860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21240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Marking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601200" y="2468880"/>
            <a:ext cx="2286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921240" y="2423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PIO Rejection Reason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ERIO LNVS INFRA PVT. LTD Tatanagar Jharkhand</a:t>
            </a:r>
          </a:p>
        </p:txBody>
      </p:sp>
      <p:pic>
        <p:nvPicPr>
          <p:cNvPr id="110" name="Picture 109" descr="ERIO LNVS INFRA PVT. LTD Tatanagar Jharkh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4114800" cy="3200400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5486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ERIO Surya Alloys Industries Limited Durgapur West Bengal</a:t>
            </a:r>
          </a:p>
        </p:txBody>
      </p:sp>
      <p:pic>
        <p:nvPicPr>
          <p:cNvPr id="112" name="Picture 111" descr="ERIO Surya Alloys Industries Limited Durgapur West Beng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Defect % Analysis (Against Inspected Quantity)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1371600"/>
            <a:ext cx="228600" cy="228600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2124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Toe load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01200" y="1737360"/>
            <a:ext cx="2286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212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PIO Rejection Reason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2103120"/>
            <a:ext cx="228600" cy="2286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21240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Hardness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601200" y="2468880"/>
            <a:ext cx="22860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921240" y="2423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Marking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ERIO TECHMA ENGG. Howrah West Bengal</a:t>
            </a:r>
          </a:p>
        </p:txBody>
      </p:sp>
      <p:pic>
        <p:nvPicPr>
          <p:cNvPr id="110" name="Picture 109" descr="ERIO TECHMA ENGG. Howrah West Beng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4114800" cy="3200400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5486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ERIO UTKARSH INDIA LIMITED Howrah West Bengal</a:t>
            </a:r>
          </a:p>
        </p:txBody>
      </p:sp>
      <p:pic>
        <p:nvPicPr>
          <p:cNvPr id="112" name="Picture 111" descr="ERIO UTKARSH INDIA LIMITED Howrah West Beng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Defect % Analysis (Against Inspected Quantity)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1371600"/>
            <a:ext cx="228600" cy="2286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2124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Hardness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01200" y="1737360"/>
            <a:ext cx="22860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212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Marking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2103120"/>
            <a:ext cx="2286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21240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PIO Rejection Reason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NRIO Adinath Industries Bhiwadi Haryana</a:t>
            </a:r>
          </a:p>
        </p:txBody>
      </p:sp>
      <p:pic>
        <p:nvPicPr>
          <p:cNvPr id="108" name="Picture 107" descr="NRIO Adinath Industries Bhiwadi Hary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4114800" cy="32004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5486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NRIO Adinath Industries INC Unit 1 Bhiwadi Haryana</a:t>
            </a:r>
          </a:p>
        </p:txBody>
      </p:sp>
      <p:pic>
        <p:nvPicPr>
          <p:cNvPr id="110" name="Picture 109" descr="NRIO Adinath Industries INC Unit 1 Bhiwadi Hary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Defect % Analysis (Against Inspected Quantity)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1371600"/>
            <a:ext cx="228600" cy="2286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2124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Hardness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01200" y="1737360"/>
            <a:ext cx="22860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212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Marking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2103120"/>
            <a:ext cx="2286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21240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PIO Rejection Reason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NRIO Adinath Industries INC Unit 2 Bhiwadi Haryana</a:t>
            </a:r>
          </a:p>
        </p:txBody>
      </p:sp>
      <p:pic>
        <p:nvPicPr>
          <p:cNvPr id="108" name="Picture 107" descr="NRIO Adinath Industries INC Unit 2 Bhiwadi Hary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4114800" cy="32004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5486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NRIO Avdesh Tracks(P) Ltd. Mohali Punjab</a:t>
            </a:r>
          </a:p>
        </p:txBody>
      </p:sp>
      <p:pic>
        <p:nvPicPr>
          <p:cNvPr id="110" name="Picture 109" descr="NRIO Avdesh Tracks(P) Ltd. Mohali Punj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Defect % Analysis (Against Inspected Quantity)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1371600"/>
            <a:ext cx="228600" cy="2286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2124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Hardness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01200" y="1737360"/>
            <a:ext cx="22860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212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Marking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2103120"/>
            <a:ext cx="2286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21240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PIO Rejection Reason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NRIO Bimla Rail Fasteners Karnal Haryana</a:t>
            </a:r>
          </a:p>
        </p:txBody>
      </p:sp>
      <p:pic>
        <p:nvPicPr>
          <p:cNvPr id="108" name="Picture 107" descr="NRIO Bimla Rail Fasteners Karnal Hary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4114800" cy="32004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5486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NRIO Cemcon Railway Industries Gohana Haryana</a:t>
            </a:r>
          </a:p>
        </p:txBody>
      </p:sp>
      <p:pic>
        <p:nvPicPr>
          <p:cNvPr id="110" name="Picture 109" descr="NRIO Cemcon Railway Industries Gohana Hary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Defect % Analysis (Against Inspected Quantity)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1371600"/>
            <a:ext cx="228600" cy="2286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2124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Hardness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01200" y="1737360"/>
            <a:ext cx="22860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212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Marking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2103120"/>
            <a:ext cx="2286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21240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PIO Rejection Reason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NRIO Fateh Chand Jain Faridabad Haryana</a:t>
            </a:r>
          </a:p>
        </p:txBody>
      </p:sp>
      <p:pic>
        <p:nvPicPr>
          <p:cNvPr id="108" name="Picture 107" descr="NRIO Fateh Chand Jain Faridabad Hary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4114800" cy="32004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5486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NRIO Lauls Private Ltd. Faridabad Haryana</a:t>
            </a:r>
          </a:p>
        </p:txBody>
      </p:sp>
      <p:pic>
        <p:nvPicPr>
          <p:cNvPr id="110" name="Picture 109" descr="NRIO Lauls Private Ltd. Faridabad Hary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Defect % Analysis (Against Inspected Quantity)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1371600"/>
            <a:ext cx="228600" cy="2286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2124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Hardness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01200" y="1737360"/>
            <a:ext cx="22860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212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Marking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2103120"/>
            <a:ext cx="2286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21240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PIO Rejection Reason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NRIO Panna Lal Kanhiya Lal Bansal LLP Sonipat Haryana</a:t>
            </a:r>
          </a:p>
        </p:txBody>
      </p:sp>
      <p:pic>
        <p:nvPicPr>
          <p:cNvPr id="108" name="Picture 107" descr="NRIO Panna Lal Kanhiya Lal Bansal LLP Sonipat Hary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4114800" cy="32004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5486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NRIO Qualite Steels Sirsa</a:t>
            </a:r>
          </a:p>
        </p:txBody>
      </p:sp>
      <p:pic>
        <p:nvPicPr>
          <p:cNvPr id="110" name="Picture 109" descr="NRIO Qualite Steels Sir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Defect % Analysis (Against Inspected Quantity)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1371600"/>
            <a:ext cx="228600" cy="2286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2124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Hardness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01200" y="1737360"/>
            <a:ext cx="22860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212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Marking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2103120"/>
            <a:ext cx="2286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21240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PIO Rejection Reason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NRIO R Rashmi Industries, Jaipur</a:t>
            </a:r>
          </a:p>
        </p:txBody>
      </p:sp>
      <p:pic>
        <p:nvPicPr>
          <p:cNvPr id="108" name="Picture 107" descr="NRIO R Rashmi Industries, Jaip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4114800" cy="32004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5486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NRIO Siddartha Metal Fabricators Faridabad Haryana</a:t>
            </a:r>
          </a:p>
        </p:txBody>
      </p:sp>
      <p:pic>
        <p:nvPicPr>
          <p:cNvPr id="110" name="Picture 109" descr="NRIO Siddartha Metal Fabricators Faridabad Hary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Defect % Analysis (Against Inspected Quantity)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1371600"/>
            <a:ext cx="228600" cy="2286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2124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Hardness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01200" y="1737360"/>
            <a:ext cx="2286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212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PIO Rejection Reason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2103120"/>
            <a:ext cx="22860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21240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Marking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NRIO Super Steels Mohali Punjab</a:t>
            </a:r>
          </a:p>
        </p:txBody>
      </p:sp>
      <p:pic>
        <p:nvPicPr>
          <p:cNvPr id="108" name="Picture 107" descr="NRIO Super Steels Mohali Punj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4114800" cy="32004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5486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NRIO Vedkiran Steel Industries Pvt. Ltd. Batala Punjab</a:t>
            </a:r>
          </a:p>
        </p:txBody>
      </p:sp>
      <p:pic>
        <p:nvPicPr>
          <p:cNvPr id="110" name="Picture 109" descr="NRIO Vedkiran Steel Industries Pvt. Ltd. Batala Punj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Defect % Analysis (Against Inspected Quantity)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1371600"/>
            <a:ext cx="228600" cy="2286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2124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Hardness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01200" y="1737360"/>
            <a:ext cx="2286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212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PIO Rejection Reason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2103120"/>
            <a:ext cx="22860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21240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Marking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SRIO Patil Rail Infrastructure pvt ltd Yellampet, Hyderabad  Telangana</a:t>
            </a:r>
          </a:p>
        </p:txBody>
      </p:sp>
      <p:pic>
        <p:nvPicPr>
          <p:cNvPr id="108" name="Picture 107" descr="SRIO Patil Rail Infrastructure pvt ltd Yellampet, Hyderabad  Telang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4114800" cy="32004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5486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WRIO Bridge Track &amp; Tower Pvt Ltd Raipur  Chhatishgarh</a:t>
            </a:r>
          </a:p>
        </p:txBody>
      </p:sp>
      <p:pic>
        <p:nvPicPr>
          <p:cNvPr id="110" name="Picture 109" descr="WRIO Bridge Track &amp; Tower Pvt Ltd Raipur  Chhatishgar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Defect % Analysis (Against Inspected Quantity)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1371600"/>
            <a:ext cx="228600" cy="2286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2124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Hardness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01200" y="1737360"/>
            <a:ext cx="2286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212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PIO Rejection Reason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2103120"/>
            <a:ext cx="22860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21240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Marking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WRIO Cosmo Enterprise Raipur  Chhatishgarh</a:t>
            </a:r>
          </a:p>
        </p:txBody>
      </p:sp>
      <p:pic>
        <p:nvPicPr>
          <p:cNvPr id="108" name="Picture 107" descr="WRIO Cosmo Enterprise Raipur  Chhatishgar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4114800" cy="32004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5486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WRIO Jee Kay International Track Pvt. Urla Raipur</a:t>
            </a:r>
          </a:p>
        </p:txBody>
      </p:sp>
      <p:pic>
        <p:nvPicPr>
          <p:cNvPr id="110" name="Picture 109" descr="WRIO Jee Kay International Track Pvt. Urla Raip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Defect % Analysis (Against Inspected Quantity)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1371600"/>
            <a:ext cx="228600" cy="2286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2124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Hardness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01200" y="1737360"/>
            <a:ext cx="22860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212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Marking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2103120"/>
            <a:ext cx="2286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21240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PIO Rejection Reason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WRIO M.K.Corporation</a:t>
            </a:r>
          </a:p>
        </p:txBody>
      </p:sp>
      <p:pic>
        <p:nvPicPr>
          <p:cNvPr id="108" name="Picture 107" descr="WRIO M.K.Corp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4114800" cy="32004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5486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WRIO Pathik Engineering Works Rajnandgaon Chhatishgarh</a:t>
            </a:r>
          </a:p>
        </p:txBody>
      </p:sp>
      <p:pic>
        <p:nvPicPr>
          <p:cNvPr id="110" name="Picture 109" descr="WRIO Pathik Engineering Works Rajnandgaon Chhatishgar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Defect % Analysis (Against Inspected Quantity)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1371600"/>
            <a:ext cx="228600" cy="2286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2124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Hardness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01200" y="1737360"/>
            <a:ext cx="22860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212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Marking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2103120"/>
            <a:ext cx="2286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21240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PIO Rejection Reason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WRIO Prakash Metallics Pvt Ltd Raipur  Chhatishgarh</a:t>
            </a:r>
          </a:p>
        </p:txBody>
      </p:sp>
      <p:pic>
        <p:nvPicPr>
          <p:cNvPr id="108" name="Picture 107" descr="WRIO Prakash Metallics Pvt Ltd Raipur  Chhatishgar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4114800" cy="32004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5486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WRIO Prakash Monomers Pvt Ltd Raipur  Chhatishgarh</a:t>
            </a:r>
          </a:p>
        </p:txBody>
      </p:sp>
      <p:pic>
        <p:nvPicPr>
          <p:cNvPr id="110" name="Picture 109" descr="WRIO Prakash Monomers Pvt Ltd Raipur  Chhatishgar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Defect % Analysis (Against Inspected Quantity)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1371600"/>
            <a:ext cx="228600" cy="2286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2124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Hardness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01200" y="1737360"/>
            <a:ext cx="22860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212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Marking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2103120"/>
            <a:ext cx="2286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21240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PIO Rejection Reason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WRIO Royal Infraconstru Raipur  Chhatishgarh</a:t>
            </a:r>
          </a:p>
        </p:txBody>
      </p:sp>
      <p:pic>
        <p:nvPicPr>
          <p:cNvPr id="108" name="Picture 107" descr="WRIO Royal Infraconstru Raipur  Chhatishgar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4114800" cy="32004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5486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WRIO Royal fasteners Raipur  Chhatishgarh</a:t>
            </a:r>
          </a:p>
        </p:txBody>
      </p:sp>
      <p:pic>
        <p:nvPicPr>
          <p:cNvPr id="110" name="Picture 109" descr="WRIO Royal fasteners Raipur  Chhatishgar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Defect % Analysis (Against Inspected Quantity)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1371600"/>
            <a:ext cx="228600" cy="2286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2124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Hardness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01200" y="1737360"/>
            <a:ext cx="22860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212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Marking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2103120"/>
            <a:ext cx="2286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21240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PIO Rejection Reason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WRIO Sai Kripa Industries Durg Chhatishgarh</a:t>
            </a:r>
          </a:p>
        </p:txBody>
      </p:sp>
      <p:pic>
        <p:nvPicPr>
          <p:cNvPr id="108" name="Picture 107" descr="WRIO Sai Kripa Industries Durg Chhatishgar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4114800" cy="32004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5486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WRIO Sheth &amp; Co.</a:t>
            </a:r>
          </a:p>
        </p:txBody>
      </p:sp>
      <p:pic>
        <p:nvPicPr>
          <p:cNvPr id="110" name="Picture 109" descr="WRIO Sheth &amp; Co.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Defect % Analysis (Against Inspected Quantity)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1371600"/>
            <a:ext cx="228600" cy="2286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2124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Hardness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01200" y="1737360"/>
            <a:ext cx="22860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212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Marking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2103120"/>
            <a:ext cx="2286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21240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PIO Rejection Reason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WRIO Technosteel Infraprojects Nagpur  Maharastra </a:t>
            </a:r>
          </a:p>
        </p:txBody>
      </p:sp>
      <p:pic>
        <p:nvPicPr>
          <p:cNvPr id="108" name="Picture 107" descr="WRIO Technosteel Infraprojects Nagpur  Maharastra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4114800" cy="32004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5486400" y="731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WRIO Veera Track Fasteners Rajnandgaon Chhatishgarh</a:t>
            </a:r>
          </a:p>
        </p:txBody>
      </p:sp>
      <p:pic>
        <p:nvPicPr>
          <p:cNvPr id="110" name="Picture 109" descr="WRIO Veera Track Fasteners Rajnandgaon Chhatishgar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5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Lato</vt:lpstr>
      <vt:lpstr>Univers Condensed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ntn</dc:creator>
  <cp:lastModifiedBy>Nitin  Rajput</cp:lastModifiedBy>
  <cp:revision>11</cp:revision>
  <dcterms:created xsi:type="dcterms:W3CDTF">2025-12-15T06:44:11Z</dcterms:created>
  <dcterms:modified xsi:type="dcterms:W3CDTF">2026-02-01T17:31:32Z</dcterms:modified>
</cp:coreProperties>
</file>