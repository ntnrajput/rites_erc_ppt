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090" r:id="rId10"/>
    <p:sldId id="2091" r:id="rId11"/>
    <p:sldId id="2092" r:id="rId12"/>
    <p:sldId id="2093" r:id="rId13"/>
    <p:sldId id="2094" r:id="rId14"/>
    <p:sldId id="2095" r:id="rId15"/>
    <p:sldId id="2096" r:id="rId16"/>
    <p:sldId id="209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C8CF"/>
    <a:srgbClr val="A1AF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134089-1EB5-4261-B2BB-34A584A126F4}" v="45" dt="2026-02-01T17:31:30.297"/>
  </p1510:revLst>
</p1510:revInfo>
</file>

<file path=ppt/tableStyles.xml><?xml version="1.0" encoding="utf-8"?>
<a:tblStyleLst xmlns:a="http://schemas.openxmlformats.org/drawingml/2006/main" def="{5C22544A-7EE6-4342-B048-85BDC9FD1C3A}"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70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tin  Rajput" userId="44d29cf8-ed2f-45e0-a235-7d9f94fbaf3d" providerId="ADAL" clId="{944424A7-BFBF-44AB-8800-091411110887}"/>
    <pc:docChg chg="undo custSel modSld">
      <pc:chgData name="Nitin  Rajput" userId="44d29cf8-ed2f-45e0-a235-7d9f94fbaf3d" providerId="ADAL" clId="{944424A7-BFBF-44AB-8800-091411110887}" dt="2026-02-01T17:31:30.297" v="50" actId="478"/>
      <pc:docMkLst>
        <pc:docMk/>
      </pc:docMkLst>
      <pc:sldChg chg="addSp delSp modSp mod">
        <pc:chgData name="Nitin  Rajput" userId="44d29cf8-ed2f-45e0-a235-7d9f94fbaf3d" providerId="ADAL" clId="{944424A7-BFBF-44AB-8800-091411110887}" dt="2026-02-01T17:31:30.297" v="50" actId="478"/>
        <pc:sldMkLst>
          <pc:docMk/>
          <pc:sldMk cId="3944474515" sldId="2089"/>
        </pc:sldMkLst>
        <pc:spChg chg="mod">
          <ac:chgData name="Nitin  Rajput" userId="44d29cf8-ed2f-45e0-a235-7d9f94fbaf3d" providerId="ADAL" clId="{944424A7-BFBF-44AB-8800-091411110887}" dt="2026-02-01T17:27:56.786" v="49" actId="1076"/>
          <ac:spMkLst>
            <pc:docMk/>
            <pc:sldMk cId="3944474515" sldId="2089"/>
            <ac:spMk id="3" creationId="{87877D4E-9426-E2AF-CD3A-B7F22A7D932E}"/>
          </ac:spMkLst>
        </pc:spChg>
        <pc:spChg chg="add mod">
          <ac:chgData name="Nitin  Rajput" userId="44d29cf8-ed2f-45e0-a235-7d9f94fbaf3d" providerId="ADAL" clId="{944424A7-BFBF-44AB-8800-091411110887}" dt="2026-02-01T17:27:56.786" v="49" actId="1076"/>
          <ac:spMkLst>
            <pc:docMk/>
            <pc:sldMk cId="3944474515" sldId="2089"/>
            <ac:spMk id="4" creationId="{8EF4D61C-C0D6-BC48-BBD6-790FC2FE1DC4}"/>
          </ac:spMkLst>
        </pc:spChg>
        <pc:grpChg chg="add del mod">
          <ac:chgData name="Nitin  Rajput" userId="44d29cf8-ed2f-45e0-a235-7d9f94fbaf3d" providerId="ADAL" clId="{944424A7-BFBF-44AB-8800-091411110887}" dt="2026-02-01T17:31:30.297" v="50" actId="478"/>
          <ac:grpSpMkLst>
            <pc:docMk/>
            <pc:sldMk cId="3944474515" sldId="2089"/>
            <ac:grpSpMk id="5" creationId="{489AE792-7325-D7FF-0A14-0ABDC6FEAA2D}"/>
          </ac:grpSpMkLst>
        </pc:grpChg>
        <pc:picChg chg="add del mod">
          <ac:chgData name="Nitin  Rajput" userId="44d29cf8-ed2f-45e0-a235-7d9f94fbaf3d" providerId="ADAL" clId="{944424A7-BFBF-44AB-8800-091411110887}" dt="2026-02-01T17:27:56.786" v="49" actId="1076"/>
          <ac:picMkLst>
            <pc:docMk/>
            <pc:sldMk cId="3944474515" sldId="2089"/>
            <ac:picMk id="2" creationId="{AA74C00F-B380-05A5-D415-E60CE9B6DA75}"/>
          </ac:picMkLst>
        </pc:picChg>
        <pc:picChg chg="mod">
          <ac:chgData name="Nitin  Rajput" userId="44d29cf8-ed2f-45e0-a235-7d9f94fbaf3d" providerId="ADAL" clId="{944424A7-BFBF-44AB-8800-091411110887}" dt="2026-01-30T09:24:49.888" v="26" actId="1035"/>
          <ac:picMkLst>
            <pc:docMk/>
            <pc:sldMk cId="3944474515" sldId="2089"/>
            <ac:picMk id="98" creationId="{5D68568E-B104-77A8-4A81-1172815C0FA6}"/>
          </ac:picMkLst>
        </pc:picChg>
        <pc:picChg chg="add mod">
          <ac:chgData name="Nitin  Rajput" userId="44d29cf8-ed2f-45e0-a235-7d9f94fbaf3d" providerId="ADAL" clId="{944424A7-BFBF-44AB-8800-091411110887}" dt="2026-02-01T17:27:56.786" v="49" actId="1076"/>
          <ac:picMkLst>
            <pc:docMk/>
            <pc:sldMk cId="3944474515" sldId="2089"/>
            <ac:picMk id="1026" creationId="{23D7614B-5C92-74A7-8CE8-6D18BF1D10C5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490DD8-1E8E-4467-80A6-48217CD7D004}" type="datetimeFigureOut">
              <a:t>2/1/2026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207336-1104-4C9E-8758-4533D0B585E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568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8B445E49-2855-1106-C7A0-9A5C8E1F0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4ee3f087a9_0_18:notes">
            <a:extLst>
              <a:ext uri="{FF2B5EF4-FFF2-40B4-BE49-F238E27FC236}">
                <a16:creationId xmlns:a16="http://schemas.microsoft.com/office/drawing/2014/main" id="{E93B01D5-4851-D56D-1A36-52AA33DC70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95" name="Google Shape;95;g34ee3f087a9_0_18:notes">
            <a:extLst>
              <a:ext uri="{FF2B5EF4-FFF2-40B4-BE49-F238E27FC236}">
                <a16:creationId xmlns:a16="http://schemas.microsoft.com/office/drawing/2014/main" id="{BAD38E78-09D6-8BA2-A510-C8BB9BE603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4059" y="4748396"/>
            <a:ext cx="5387679" cy="3884052"/>
          </a:xfrm>
          <a:prstGeom prst="rect">
            <a:avLst/>
          </a:prstGeom>
        </p:spPr>
        <p:txBody>
          <a:bodyPr spcFirstLastPara="1" wrap="square" lIns="93004" tIns="46502" rIns="93004" bIns="46502" anchor="t" anchorCtr="0">
            <a:noAutofit/>
          </a:bodyPr>
          <a:lstStyle/>
          <a:p>
            <a:endParaRPr/>
          </a:p>
        </p:txBody>
      </p:sp>
      <p:sp>
        <p:nvSpPr>
          <p:cNvPr id="96" name="Google Shape;96;g34ee3f087a9_0_18:notes">
            <a:extLst>
              <a:ext uri="{FF2B5EF4-FFF2-40B4-BE49-F238E27FC236}">
                <a16:creationId xmlns:a16="http://schemas.microsoft.com/office/drawing/2014/main" id="{9EB85308-FC15-059E-3F4F-1B16A5F304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15932" y="9371496"/>
            <a:ext cx="2918276" cy="494675"/>
          </a:xfrm>
          <a:prstGeom prst="rect">
            <a:avLst/>
          </a:prstGeom>
        </p:spPr>
        <p:txBody>
          <a:bodyPr spcFirstLastPara="1" wrap="square" lIns="93004" tIns="46502" rIns="93004" bIns="46502" anchor="b" anchorCtr="0">
            <a:noAutofit/>
          </a:bodyPr>
          <a:lstStyle/>
          <a:p>
            <a:pPr>
              <a:buClr>
                <a:srgbClr val="000000"/>
              </a:buClr>
            </a:pPr>
            <a:fld id="{00000000-1234-1234-1234-123412341234}" type="slidenum">
              <a:rPr lang="en-IN"/>
              <a:pPr>
                <a:buClr>
                  <a:srgbClr val="000000"/>
                </a:buClr>
              </a:pPr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103978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90931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EEDE098E-CFBE-17FF-B91D-5471F8232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5">
            <a:extLst>
              <a:ext uri="{FF2B5EF4-FFF2-40B4-BE49-F238E27FC236}">
                <a16:creationId xmlns:a16="http://schemas.microsoft.com/office/drawing/2014/main" id="{5D68568E-B104-77A8-4A81-1172815C0FA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7490" y="-2679941"/>
            <a:ext cx="3654875" cy="814189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8E7A2F8A-6313-257E-1B28-2DC09420D5F7}"/>
              </a:ext>
            </a:extLst>
          </p:cNvPr>
          <p:cNvSpPr txBox="1"/>
          <p:nvPr/>
        </p:nvSpPr>
        <p:spPr>
          <a:xfrm>
            <a:off x="11760100" y="6504075"/>
            <a:ext cx="432000" cy="354000"/>
          </a:xfrm>
          <a:prstGeom prst="rect">
            <a:avLst/>
          </a:prstGeom>
          <a:solidFill>
            <a:srgbClr val="13880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A4DFD644-B51D-4623-8ACA-D41D3DB55B79}" type="slidenum">
              <a:rPr lang="en-IN" sz="800" smtClean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 sz="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2AF67C4C-D122-4729-92B4-83DFA12FA68E}"/>
              </a:ext>
            </a:extLst>
          </p:cNvPr>
          <p:cNvSpPr txBox="1"/>
          <p:nvPr/>
        </p:nvSpPr>
        <p:spPr>
          <a:xfrm>
            <a:off x="29389" y="1428851"/>
            <a:ext cx="492443" cy="4299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vert270" wrap="square" lIns="0" tIns="0" rIns="0" bIns="0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spc="-150">
                <a:solidFill>
                  <a:srgbClr val="138805"/>
                </a:solidFill>
                <a:latin typeface="Univers Condensed"/>
              </a:rPr>
              <a:t>Plant-wise Defect Analysis </a:t>
            </a:r>
            <a:endParaRPr lang="en-IN" sz="3200" b="1" spc="-150">
              <a:solidFill>
                <a:srgbClr val="138805"/>
              </a:solidFill>
              <a:latin typeface="Univers Condensed" panose="020B05060202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447451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8E7A2F8A-6313-257E-1B28-2DC09420D5F7}"/>
              </a:ext>
            </a:extLst>
          </p:cNvPr>
          <p:cNvSpPr txBox="1"/>
          <p:nvPr/>
        </p:nvSpPr>
        <p:spPr>
          <a:xfrm>
            <a:off x="11760100" y="6504075"/>
            <a:ext cx="432000" cy="354000"/>
          </a:xfrm>
          <a:prstGeom prst="rect">
            <a:avLst/>
          </a:prstGeom>
          <a:solidFill>
            <a:srgbClr val="13880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A4DFD644-B51D-4623-8ACA-D41D3DB55B79}" type="slidenum">
              <a:rPr lang="en-IN" sz="800" smtClean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 sz="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2AF67C4C-D122-4729-92B4-83DFA12FA68E}"/>
              </a:ext>
            </a:extLst>
          </p:cNvPr>
          <p:cNvSpPr txBox="1"/>
          <p:nvPr/>
        </p:nvSpPr>
        <p:spPr>
          <a:xfrm>
            <a:off x="29389" y="1428851"/>
            <a:ext cx="492443" cy="4299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vert270" wrap="square" lIns="0" tIns="0" rIns="0" bIns="0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spc="-150">
                <a:solidFill>
                  <a:srgbClr val="138805"/>
                </a:solidFill>
                <a:latin typeface="Univers Condensed"/>
              </a:rPr>
              <a:t>Plant-wise Defect Analysis </a:t>
            </a:r>
            <a:endParaRPr lang="en-IN" sz="3200" b="1" spc="-150">
              <a:solidFill>
                <a:srgbClr val="138805"/>
              </a:solidFill>
              <a:latin typeface="Univers Condensed" panose="020B0506020202050204" pitchFamily="34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457200" y="274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Vendor-wise Running Purchase Orders</a:t>
            </a:r>
          </a:p>
        </p:txBody>
      </p:sp>
      <p:pic>
        <p:nvPicPr>
          <p:cNvPr id="101" name="Picture 100" descr="vendor_po_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0058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8E7A2F8A-6313-257E-1B28-2DC09420D5F7}"/>
              </a:ext>
            </a:extLst>
          </p:cNvPr>
          <p:cNvSpPr txBox="1"/>
          <p:nvPr/>
        </p:nvSpPr>
        <p:spPr>
          <a:xfrm>
            <a:off x="11760100" y="6504075"/>
            <a:ext cx="432000" cy="354000"/>
          </a:xfrm>
          <a:prstGeom prst="rect">
            <a:avLst/>
          </a:prstGeom>
          <a:solidFill>
            <a:srgbClr val="13880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A4DFD644-B51D-4623-8ACA-D41D3DB55B79}" type="slidenum">
              <a:rPr lang="en-IN" sz="800" smtClean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 sz="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2AF67C4C-D122-4729-92B4-83DFA12FA68E}"/>
              </a:ext>
            </a:extLst>
          </p:cNvPr>
          <p:cNvSpPr txBox="1"/>
          <p:nvPr/>
        </p:nvSpPr>
        <p:spPr>
          <a:xfrm>
            <a:off x="29389" y="1428851"/>
            <a:ext cx="492443" cy="4299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vert270" wrap="square" lIns="0" tIns="0" rIns="0" bIns="0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spc="-150">
                <a:solidFill>
                  <a:srgbClr val="138805"/>
                </a:solidFill>
                <a:latin typeface="Univers Condensed"/>
              </a:rPr>
              <a:t>Plant-wise Defect Analysis </a:t>
            </a:r>
            <a:endParaRPr lang="en-IN" sz="3200" b="1" spc="-150">
              <a:solidFill>
                <a:srgbClr val="138805"/>
              </a:solidFill>
              <a:latin typeface="Univers Condensed" panose="020B0506020202050204" pitchFamily="34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457200" y="274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/>
            </a:pPr>
            <a:r>
              <a:t>PO-wise Quality Performance – Siddartha Metal Fabricators Faridabad Haryana</a:t>
            </a:r>
          </a:p>
        </p:txBody>
      </p:sp>
      <p:pic>
        <p:nvPicPr>
          <p:cNvPr id="101" name="Picture 100" descr="po_quality_Siddartha Metal Fabricators 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0058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8E7A2F8A-6313-257E-1B28-2DC09420D5F7}"/>
              </a:ext>
            </a:extLst>
          </p:cNvPr>
          <p:cNvSpPr txBox="1"/>
          <p:nvPr/>
        </p:nvSpPr>
        <p:spPr>
          <a:xfrm>
            <a:off x="11760100" y="6504075"/>
            <a:ext cx="432000" cy="354000"/>
          </a:xfrm>
          <a:prstGeom prst="rect">
            <a:avLst/>
          </a:prstGeom>
          <a:solidFill>
            <a:srgbClr val="13880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A4DFD644-B51D-4623-8ACA-D41D3DB55B79}" type="slidenum">
              <a:rPr lang="en-IN" sz="800" smtClean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 sz="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2AF67C4C-D122-4729-92B4-83DFA12FA68E}"/>
              </a:ext>
            </a:extLst>
          </p:cNvPr>
          <p:cNvSpPr txBox="1"/>
          <p:nvPr/>
        </p:nvSpPr>
        <p:spPr>
          <a:xfrm>
            <a:off x="29389" y="1428851"/>
            <a:ext cx="492443" cy="4299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vert270" wrap="square" lIns="0" tIns="0" rIns="0" bIns="0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spc="-150">
                <a:solidFill>
                  <a:srgbClr val="138805"/>
                </a:solidFill>
                <a:latin typeface="Univers Condensed"/>
              </a:rPr>
              <a:t>Plant-wise Defect Analysis </a:t>
            </a:r>
            <a:endParaRPr lang="en-IN" sz="3200" b="1" spc="-150">
              <a:solidFill>
                <a:srgbClr val="138805"/>
              </a:solidFill>
              <a:latin typeface="Univers Condensed" panose="020B0506020202050204" pitchFamily="34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457200" y="274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/>
            </a:pPr>
            <a:r>
              <a:t>PO-wise Quality Performance – KSE ELECTRICALS PVT LTD Howrah West Bengal</a:t>
            </a:r>
          </a:p>
        </p:txBody>
      </p:sp>
      <p:pic>
        <p:nvPicPr>
          <p:cNvPr id="101" name="Picture 100" descr="po_quality_KSE ELECTRICALS PVT LTD How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0058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8E7A2F8A-6313-257E-1B28-2DC09420D5F7}"/>
              </a:ext>
            </a:extLst>
          </p:cNvPr>
          <p:cNvSpPr txBox="1"/>
          <p:nvPr/>
        </p:nvSpPr>
        <p:spPr>
          <a:xfrm>
            <a:off x="11760100" y="6504075"/>
            <a:ext cx="432000" cy="354000"/>
          </a:xfrm>
          <a:prstGeom prst="rect">
            <a:avLst/>
          </a:prstGeom>
          <a:solidFill>
            <a:srgbClr val="13880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A4DFD644-B51D-4623-8ACA-D41D3DB55B79}" type="slidenum">
              <a:rPr lang="en-IN" sz="800" smtClean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 sz="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2AF67C4C-D122-4729-92B4-83DFA12FA68E}"/>
              </a:ext>
            </a:extLst>
          </p:cNvPr>
          <p:cNvSpPr txBox="1"/>
          <p:nvPr/>
        </p:nvSpPr>
        <p:spPr>
          <a:xfrm>
            <a:off x="29389" y="1428851"/>
            <a:ext cx="492443" cy="4299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vert270" wrap="square" lIns="0" tIns="0" rIns="0" bIns="0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spc="-150">
                <a:solidFill>
                  <a:srgbClr val="138805"/>
                </a:solidFill>
                <a:latin typeface="Univers Condensed"/>
              </a:rPr>
              <a:t>Plant-wise Defect Analysis </a:t>
            </a:r>
            <a:endParaRPr lang="en-IN" sz="3200" b="1" spc="-150">
              <a:solidFill>
                <a:srgbClr val="138805"/>
              </a:solidFill>
              <a:latin typeface="Univers Condensed" panose="020B0506020202050204" pitchFamily="34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457200" y="274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/>
            </a:pPr>
            <a:r>
              <a:t>PO-wise Quality Performance – Jee Kay International Track Pvt. Urla Raipur</a:t>
            </a:r>
          </a:p>
        </p:txBody>
      </p:sp>
      <p:pic>
        <p:nvPicPr>
          <p:cNvPr id="101" name="Picture 100" descr="po_quality_Jee Kay International Track 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0058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8E7A2F8A-6313-257E-1B28-2DC09420D5F7}"/>
              </a:ext>
            </a:extLst>
          </p:cNvPr>
          <p:cNvSpPr txBox="1"/>
          <p:nvPr/>
        </p:nvSpPr>
        <p:spPr>
          <a:xfrm>
            <a:off x="11760100" y="6504075"/>
            <a:ext cx="432000" cy="354000"/>
          </a:xfrm>
          <a:prstGeom prst="rect">
            <a:avLst/>
          </a:prstGeom>
          <a:solidFill>
            <a:srgbClr val="13880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A4DFD644-B51D-4623-8ACA-D41D3DB55B79}" type="slidenum">
              <a:rPr lang="en-IN" sz="800" smtClean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 sz="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2AF67C4C-D122-4729-92B4-83DFA12FA68E}"/>
              </a:ext>
            </a:extLst>
          </p:cNvPr>
          <p:cNvSpPr txBox="1"/>
          <p:nvPr/>
        </p:nvSpPr>
        <p:spPr>
          <a:xfrm>
            <a:off x="29389" y="1428851"/>
            <a:ext cx="492443" cy="4299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vert270" wrap="square" lIns="0" tIns="0" rIns="0" bIns="0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spc="-150">
                <a:solidFill>
                  <a:srgbClr val="138805"/>
                </a:solidFill>
                <a:latin typeface="Univers Condensed"/>
              </a:rPr>
              <a:t>Plant-wise Defect Analysis </a:t>
            </a:r>
            <a:endParaRPr lang="en-IN" sz="3200" b="1" spc="-150">
              <a:solidFill>
                <a:srgbClr val="138805"/>
              </a:solidFill>
              <a:latin typeface="Univers Condensed" panose="020B0506020202050204" pitchFamily="34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457200" y="274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/>
            </a:pPr>
            <a:r>
              <a:t>PO-wise Quality Performance – KALIMATA ISPAT (Unit-II) Durgapur West Bengal</a:t>
            </a:r>
          </a:p>
        </p:txBody>
      </p:sp>
      <p:pic>
        <p:nvPicPr>
          <p:cNvPr id="101" name="Picture 100" descr="po_quality_KALIMATA ISPAT (Unit-II) Dur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0058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8E7A2F8A-6313-257E-1B28-2DC09420D5F7}"/>
              </a:ext>
            </a:extLst>
          </p:cNvPr>
          <p:cNvSpPr txBox="1"/>
          <p:nvPr/>
        </p:nvSpPr>
        <p:spPr>
          <a:xfrm>
            <a:off x="11760100" y="6504075"/>
            <a:ext cx="432000" cy="354000"/>
          </a:xfrm>
          <a:prstGeom prst="rect">
            <a:avLst/>
          </a:prstGeom>
          <a:solidFill>
            <a:srgbClr val="13880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A4DFD644-B51D-4623-8ACA-D41D3DB55B79}" type="slidenum">
              <a:rPr lang="en-IN" sz="800" smtClean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 sz="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2AF67C4C-D122-4729-92B4-83DFA12FA68E}"/>
              </a:ext>
            </a:extLst>
          </p:cNvPr>
          <p:cNvSpPr txBox="1"/>
          <p:nvPr/>
        </p:nvSpPr>
        <p:spPr>
          <a:xfrm>
            <a:off x="29389" y="1428851"/>
            <a:ext cx="492443" cy="4299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vert270" wrap="square" lIns="0" tIns="0" rIns="0" bIns="0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spc="-150">
                <a:solidFill>
                  <a:srgbClr val="138805"/>
                </a:solidFill>
                <a:latin typeface="Univers Condensed"/>
              </a:rPr>
              <a:t>Plant-wise Defect Analysis </a:t>
            </a:r>
            <a:endParaRPr lang="en-IN" sz="3200" b="1" spc="-150">
              <a:solidFill>
                <a:srgbClr val="138805"/>
              </a:solidFill>
              <a:latin typeface="Univers Condensed" panose="020B0506020202050204" pitchFamily="34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457200" y="274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/>
            </a:pPr>
            <a:r>
              <a:t>PO-wise Quality Performance – Surya Alloys Industries Limited Durgapur West Bengal</a:t>
            </a:r>
          </a:p>
        </p:txBody>
      </p:sp>
      <p:pic>
        <p:nvPicPr>
          <p:cNvPr id="101" name="Picture 100" descr="po_quality_Surya Alloys Industries Lim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0058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8E7A2F8A-6313-257E-1B28-2DC09420D5F7}"/>
              </a:ext>
            </a:extLst>
          </p:cNvPr>
          <p:cNvSpPr txBox="1"/>
          <p:nvPr/>
        </p:nvSpPr>
        <p:spPr>
          <a:xfrm>
            <a:off x="11760100" y="6504075"/>
            <a:ext cx="432000" cy="354000"/>
          </a:xfrm>
          <a:prstGeom prst="rect">
            <a:avLst/>
          </a:prstGeom>
          <a:solidFill>
            <a:srgbClr val="13880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A4DFD644-B51D-4623-8ACA-D41D3DB55B79}" type="slidenum">
              <a:rPr lang="en-IN" sz="800" smtClean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 sz="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2AF67C4C-D122-4729-92B4-83DFA12FA68E}"/>
              </a:ext>
            </a:extLst>
          </p:cNvPr>
          <p:cNvSpPr txBox="1"/>
          <p:nvPr/>
        </p:nvSpPr>
        <p:spPr>
          <a:xfrm>
            <a:off x="29389" y="1428851"/>
            <a:ext cx="492443" cy="4299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vert270" wrap="square" lIns="0" tIns="0" rIns="0" bIns="0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spc="-150">
                <a:solidFill>
                  <a:srgbClr val="138805"/>
                </a:solidFill>
                <a:latin typeface="Univers Condensed"/>
              </a:rPr>
              <a:t>Plant-wise Defect Analysis </a:t>
            </a:r>
            <a:endParaRPr lang="en-IN" sz="3200" b="1" spc="-150">
              <a:solidFill>
                <a:srgbClr val="138805"/>
              </a:solidFill>
              <a:latin typeface="Univers Condensed" panose="020B0506020202050204" pitchFamily="34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457200" y="274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/>
            </a:pPr>
            <a:r>
              <a:t>PO-wise Quality Performance – KALIMATA VYAPAAR (Unit-II) Durgapur West Bengal</a:t>
            </a:r>
          </a:p>
        </p:txBody>
      </p:sp>
      <p:pic>
        <p:nvPicPr>
          <p:cNvPr id="101" name="Picture 100" descr="po_quality_KALIMATA VYAPAAR (Unit-II) D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0058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8E7A2F8A-6313-257E-1B28-2DC09420D5F7}"/>
              </a:ext>
            </a:extLst>
          </p:cNvPr>
          <p:cNvSpPr txBox="1"/>
          <p:nvPr/>
        </p:nvSpPr>
        <p:spPr>
          <a:xfrm>
            <a:off x="11760100" y="6504075"/>
            <a:ext cx="432000" cy="354000"/>
          </a:xfrm>
          <a:prstGeom prst="rect">
            <a:avLst/>
          </a:prstGeom>
          <a:solidFill>
            <a:srgbClr val="13880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A4DFD644-B51D-4623-8ACA-D41D3DB55B79}" type="slidenum">
              <a:rPr lang="en-IN" sz="800" smtClean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fld>
            <a:endParaRPr sz="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2AF67C4C-D122-4729-92B4-83DFA12FA68E}"/>
              </a:ext>
            </a:extLst>
          </p:cNvPr>
          <p:cNvSpPr txBox="1"/>
          <p:nvPr/>
        </p:nvSpPr>
        <p:spPr>
          <a:xfrm>
            <a:off x="29389" y="1428851"/>
            <a:ext cx="492443" cy="42994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vert270" wrap="square" lIns="0" tIns="0" rIns="0" bIns="0" rtlCol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200" b="1" spc="-150">
                <a:solidFill>
                  <a:srgbClr val="138805"/>
                </a:solidFill>
                <a:latin typeface="Univers Condensed"/>
              </a:rPr>
              <a:t>Plant-wise Defect Analysis </a:t>
            </a:r>
            <a:endParaRPr lang="en-IN" sz="3200" b="1" spc="-150">
              <a:solidFill>
                <a:srgbClr val="138805"/>
              </a:solidFill>
              <a:latin typeface="Univers Condensed" panose="020B0506020202050204" pitchFamily="34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457200" y="274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/>
            </a:pPr>
            <a:r>
              <a:t>Zone-wise Number of Purchase Orders</a:t>
            </a:r>
          </a:p>
        </p:txBody>
      </p:sp>
      <p:pic>
        <p:nvPicPr>
          <p:cNvPr id="101" name="Picture 100" descr="zone_po_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00584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5</Words>
  <Application>Microsoft Office PowerPoint</Application>
  <PresentationFormat>Widescreen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Lato</vt:lpstr>
      <vt:lpstr>Univers Condensed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ntn</dc:creator>
  <cp:lastModifiedBy>Nitin  Rajput</cp:lastModifiedBy>
  <cp:revision>11</cp:revision>
  <dcterms:created xsi:type="dcterms:W3CDTF">2025-12-15T06:44:11Z</dcterms:created>
  <dcterms:modified xsi:type="dcterms:W3CDTF">2026-02-01T17:31:32Z</dcterms:modified>
</cp:coreProperties>
</file>